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Farm-to-Food Rescue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AI-powered system to reduce agricultural food waste</a:t>
            </a:r>
          </a:p>
          <a:p>
            <a:pPr>
              <a:spcAft>
                <a:spcPts val="1300"/>
              </a:spcAft>
              <a:defRPr sz="2100"/>
            </a:pPr>
            <a:r>
              <a:t>Team explanation PPT</a:t>
            </a:r>
          </a:p>
          <a:p>
            <a:pPr>
              <a:spcAft>
                <a:spcPts val="1300"/>
              </a:spcAft>
              <a:defRPr sz="2100"/>
            </a:pPr>
            <a:r>
              <a:t>Goal: Rescue surplus food before it becomes waste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What is the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Farmers sometimes produce more food than the local market can buy.</a:t>
            </a:r>
          </a:p>
          <a:p>
            <a:pPr>
              <a:spcAft>
                <a:spcPts val="1300"/>
              </a:spcAft>
              <a:defRPr sz="2100"/>
            </a:pPr>
            <a:r>
              <a:t>When supply is too high, prices can fall.</a:t>
            </a:r>
          </a:p>
          <a:p>
            <a:pPr>
              <a:spcAft>
                <a:spcPts val="1300"/>
              </a:spcAft>
              <a:defRPr sz="2100"/>
            </a:pPr>
            <a:r>
              <a:t>Unsold vegetables and fruits may spoil.</a:t>
            </a:r>
          </a:p>
          <a:p>
            <a:pPr>
              <a:spcAft>
                <a:spcPts val="1300"/>
              </a:spcAft>
              <a:defRPr sz="2100"/>
            </a:pPr>
            <a:r>
              <a:t>At the same time, another buyer may need the same food.</a:t>
            </a:r>
          </a:p>
          <a:p>
            <a:pPr>
              <a:spcAft>
                <a:spcPts val="1300"/>
              </a:spcAft>
              <a:defRPr sz="2100"/>
            </a:pPr>
            <a:r>
              <a:t>The main problem: supply and demand are not connected at the right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Simple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100 farmers produce 100 tonnes of tomatoes.</a:t>
            </a:r>
          </a:p>
          <a:p>
            <a:pPr>
              <a:spcAft>
                <a:spcPts val="1300"/>
              </a:spcAft>
              <a:defRPr sz="2100"/>
            </a:pPr>
            <a:r>
              <a:t>Local market needs only 60 tonnes.</a:t>
            </a:r>
          </a:p>
          <a:p>
            <a:pPr>
              <a:spcAft>
                <a:spcPts val="1300"/>
              </a:spcAft>
              <a:defRPr sz="2100"/>
            </a:pPr>
            <a:r>
              <a:t>40 tonnes become surplus.</a:t>
            </a:r>
          </a:p>
          <a:p>
            <a:pPr>
              <a:spcAft>
                <a:spcPts val="1300"/>
              </a:spcAft>
              <a:defRPr sz="2100"/>
            </a:pPr>
            <a:r>
              <a:t>Farmers may sell cheaply or lose the produce.</a:t>
            </a:r>
          </a:p>
          <a:p>
            <a:pPr>
              <a:spcAft>
                <a:spcPts val="1300"/>
              </a:spcAft>
              <a:defRPr sz="2100"/>
            </a:pPr>
            <a:r>
              <a:t>Our system tries to find buyers for the extra 40 tonnes.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Farm-to-Food Rescue predicts agricultural surplus.</a:t>
            </a:r>
          </a:p>
          <a:p>
            <a:pPr>
              <a:spcAft>
                <a:spcPts val="1300"/>
              </a:spcAft>
              <a:defRPr sz="2100"/>
            </a:pPr>
            <a:r>
              <a:t>It predicts where food will be available.</a:t>
            </a:r>
          </a:p>
          <a:p>
            <a:pPr>
              <a:spcAft>
                <a:spcPts val="1300"/>
              </a:spcAft>
              <a:defRPr sz="2100"/>
            </a:pPr>
            <a:r>
              <a:t>It predicts where food will be needed.</a:t>
            </a:r>
          </a:p>
          <a:p>
            <a:pPr>
              <a:spcAft>
                <a:spcPts val="1300"/>
              </a:spcAft>
              <a:defRPr sz="2100"/>
            </a:pPr>
            <a:r>
              <a:t>It matches farmers with suitable buyers.</a:t>
            </a:r>
          </a:p>
          <a:p>
            <a:pPr>
              <a:spcAft>
                <a:spcPts val="1300"/>
              </a:spcAft>
              <a:defRPr sz="2100"/>
            </a:pPr>
            <a:r>
              <a:t>It considers distance, price, demand and spoilage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Step 1: Collect farm and crop information.</a:t>
            </a:r>
          </a:p>
          <a:p>
            <a:pPr>
              <a:spcAft>
                <a:spcPts val="1300"/>
              </a:spcAft>
              <a:defRPr sz="2100"/>
            </a:pPr>
            <a:r>
              <a:t>Step 2: Predict expected production.</a:t>
            </a:r>
          </a:p>
          <a:p>
            <a:pPr>
              <a:spcAft>
                <a:spcPts val="1300"/>
              </a:spcAft>
              <a:defRPr sz="2100"/>
            </a:pPr>
            <a:r>
              <a:t>Step 3: Predict local demand.</a:t>
            </a:r>
          </a:p>
          <a:p>
            <a:pPr>
              <a:spcAft>
                <a:spcPts val="1300"/>
              </a:spcAft>
              <a:defRPr sz="2100"/>
            </a:pPr>
            <a:r>
              <a:t>Step 4: Detect possible surplus.</a:t>
            </a:r>
          </a:p>
          <a:p>
            <a:pPr>
              <a:spcAft>
                <a:spcPts val="1300"/>
              </a:spcAft>
              <a:defRPr sz="2100"/>
            </a:pPr>
            <a:r>
              <a:t>Step 5: Find suitable nearby buyers.</a:t>
            </a:r>
          </a:p>
          <a:p>
            <a:pPr>
              <a:spcAft>
                <a:spcPts val="1300"/>
              </a:spcAft>
              <a:defRPr sz="2100"/>
            </a:pPr>
            <a:r>
              <a:t>Step 6: Suggest the best transport route.</a:t>
            </a:r>
          </a:p>
          <a:p>
            <a:pPr>
              <a:spcAft>
                <a:spcPts val="1300"/>
              </a:spcAft>
              <a:defRPr sz="2100"/>
            </a:pPr>
            <a:r>
              <a:t>Step 7: Track how much food was rescued.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Who Uses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Farmer: sees expected surplus and possible buyers.</a:t>
            </a:r>
          </a:p>
          <a:p>
            <a:pPr>
              <a:spcAft>
                <a:spcPts val="1300"/>
              </a:spcAft>
              <a:defRPr sz="2100"/>
            </a:pPr>
            <a:r>
              <a:t>Buyer: posts how much produce is needed.</a:t>
            </a:r>
          </a:p>
          <a:p>
            <a:pPr>
              <a:spcAft>
                <a:spcPts val="1300"/>
              </a:spcAft>
              <a:defRPr sz="2100"/>
            </a:pPr>
            <a:r>
              <a:t>Transporter: receives transport requirements.</a:t>
            </a:r>
          </a:p>
          <a:p>
            <a:pPr>
              <a:spcAft>
                <a:spcPts val="1300"/>
              </a:spcAft>
              <a:defRPr sz="2100"/>
            </a:pPr>
            <a:r>
              <a:t>Government/Agriculture Officer: sees village and district-level food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Where AI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Surplus Prediction: estimate how much extra food may be produced.</a:t>
            </a:r>
          </a:p>
          <a:p>
            <a:pPr>
              <a:spcAft>
                <a:spcPts val="1300"/>
              </a:spcAft>
              <a:defRPr sz="2100"/>
            </a:pPr>
            <a:r>
              <a:t>Demand Prediction: estimate future buyer demand.</a:t>
            </a:r>
          </a:p>
          <a:p>
            <a:pPr>
              <a:spcAft>
                <a:spcPts val="1300"/>
              </a:spcAft>
              <a:defRPr sz="2100"/>
            </a:pPr>
            <a:r>
              <a:t>Spoilage Risk: identify produce that needs faster movement.</a:t>
            </a:r>
          </a:p>
          <a:p>
            <a:pPr>
              <a:spcAft>
                <a:spcPts val="1300"/>
              </a:spcAft>
              <a:defRPr sz="2100"/>
            </a:pPr>
            <a:r>
              <a:t>Smart Matching: select the best buyer based on multiple factors.</a:t>
            </a:r>
          </a:p>
          <a:p>
            <a:pPr>
              <a:spcAft>
                <a:spcPts val="1300"/>
              </a:spcAft>
              <a:defRPr sz="2100"/>
            </a:pPr>
            <a:r>
              <a:t>AI is used to make decisions, not just to add a chatbot.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Smart Matching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Farmer group has 40 tonnes of tomatoes.</a:t>
            </a:r>
          </a:p>
          <a:p>
            <a:pPr>
              <a:spcAft>
                <a:spcPts val="1300"/>
              </a:spcAft>
              <a:defRPr sz="2100"/>
            </a:pPr>
            <a:r>
              <a:t>Buyer A needs 10 tonnes and is 12 km away.</a:t>
            </a:r>
          </a:p>
          <a:p>
            <a:pPr>
              <a:spcAft>
                <a:spcPts val="1300"/>
              </a:spcAft>
              <a:defRPr sz="2100"/>
            </a:pPr>
            <a:r>
              <a:t>Buyer B needs 20 tonnes and is 27 km away.</a:t>
            </a:r>
          </a:p>
          <a:p>
            <a:pPr>
              <a:spcAft>
                <a:spcPts val="1300"/>
              </a:spcAft>
              <a:defRPr sz="2100"/>
            </a:pPr>
            <a:r>
              <a:t>Processor C needs 10 tonnes and is 18 km away.</a:t>
            </a:r>
          </a:p>
          <a:p>
            <a:pPr>
              <a:spcAft>
                <a:spcPts val="1300"/>
              </a:spcAft>
              <a:defRPr sz="2100"/>
            </a:pPr>
            <a:r>
              <a:t>System finds a practical combination using demand + distance + urgency + price.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Main Screens in Our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Farmer Dashboard</a:t>
            </a:r>
          </a:p>
          <a:p>
            <a:pPr>
              <a:spcAft>
                <a:spcPts val="1300"/>
              </a:spcAft>
              <a:defRPr sz="2100"/>
            </a:pPr>
            <a:r>
              <a:t>Buyer Dashboard</a:t>
            </a:r>
          </a:p>
          <a:p>
            <a:pPr>
              <a:spcAft>
                <a:spcPts val="1300"/>
              </a:spcAft>
              <a:defRPr sz="2100"/>
            </a:pPr>
            <a:r>
              <a:t>Surplus Prediction Screen</a:t>
            </a:r>
          </a:p>
          <a:p>
            <a:pPr>
              <a:spcAft>
                <a:spcPts val="1300"/>
              </a:spcAft>
              <a:defRPr sz="2100"/>
            </a:pPr>
            <a:r>
              <a:t>Buyer Matching Screen</a:t>
            </a:r>
          </a:p>
          <a:p>
            <a:pPr>
              <a:spcAft>
                <a:spcPts val="1300"/>
              </a:spcAft>
              <a:defRPr sz="2100"/>
            </a:pPr>
            <a:r>
              <a:t>Transport/Route Screen</a:t>
            </a:r>
          </a:p>
          <a:p>
            <a:pPr>
              <a:spcAft>
                <a:spcPts val="1300"/>
              </a:spcAft>
              <a:defRPr sz="2100"/>
            </a:pPr>
            <a:r>
              <a:t>Government Food Intelligence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Government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Shows villages with high surplus risk.</a:t>
            </a:r>
          </a:p>
          <a:p>
            <a:pPr>
              <a:spcAft>
                <a:spcPts val="1300"/>
              </a:spcAft>
              <a:defRPr sz="2100"/>
            </a:pPr>
            <a:r>
              <a:t>Shows expected food surplus.</a:t>
            </a:r>
          </a:p>
          <a:p>
            <a:pPr>
              <a:spcAft>
                <a:spcPts val="1300"/>
              </a:spcAft>
              <a:defRPr sz="2100"/>
            </a:pPr>
            <a:r>
              <a:t>Shows possible food waste.</a:t>
            </a:r>
          </a:p>
          <a:p>
            <a:pPr>
              <a:spcAft>
                <a:spcPts val="1300"/>
              </a:spcAft>
              <a:defRPr sz="2100"/>
            </a:pPr>
            <a:r>
              <a:t>Shows farmers who may need support.</a:t>
            </a:r>
          </a:p>
          <a:p>
            <a:pPr>
              <a:spcAft>
                <a:spcPts val="1300"/>
              </a:spcAft>
              <a:defRPr sz="2100"/>
            </a:pPr>
            <a:r>
              <a:t>Helps officials act before large-scale food loss happens.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What Makes It Different?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Not just an online marketplace.</a:t>
            </a:r>
          </a:p>
          <a:p>
            <a:pPr>
              <a:spcAft>
                <a:spcPts val="1300"/>
              </a:spcAft>
              <a:defRPr sz="2100"/>
            </a:pPr>
            <a:r>
              <a:t>We predict surplus before it becomes waste.</a:t>
            </a:r>
          </a:p>
          <a:p>
            <a:pPr>
              <a:spcAft>
                <a:spcPts val="1300"/>
              </a:spcAft>
              <a:defRPr sz="2100"/>
            </a:pPr>
            <a:r>
              <a:t>We combine supply + demand + spoilage + location.</a:t>
            </a:r>
          </a:p>
          <a:p>
            <a:pPr>
              <a:spcAft>
                <a:spcPts val="1300"/>
              </a:spcAft>
              <a:defRPr sz="2100"/>
            </a:pPr>
            <a:r>
              <a:t>We optimize where the food should go.</a:t>
            </a:r>
          </a:p>
          <a:p>
            <a:pPr>
              <a:spcAft>
                <a:spcPts val="1300"/>
              </a:spcAft>
              <a:defRPr sz="2100"/>
            </a:pPr>
            <a:r>
              <a:t>We measure real impact: food rescued and farmer value preserved.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Technology We Can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Frontend: React / Next.js</a:t>
            </a:r>
          </a:p>
          <a:p>
            <a:pPr>
              <a:spcAft>
                <a:spcPts val="1300"/>
              </a:spcAft>
              <a:defRPr sz="2100"/>
            </a:pPr>
            <a:r>
              <a:t>Mobile App: Flutter (if needed)</a:t>
            </a:r>
          </a:p>
          <a:p>
            <a:pPr>
              <a:spcAft>
                <a:spcPts val="1300"/>
              </a:spcAft>
              <a:defRPr sz="2100"/>
            </a:pPr>
            <a:r>
              <a:t>Backend: Python FastAPI</a:t>
            </a:r>
          </a:p>
          <a:p>
            <a:pPr>
              <a:spcAft>
                <a:spcPts val="1300"/>
              </a:spcAft>
              <a:defRPr sz="2100"/>
            </a:pPr>
            <a:r>
              <a:t>Database: PostgreSQL + PostGIS</a:t>
            </a:r>
          </a:p>
          <a:p>
            <a:pPr>
              <a:spcAft>
                <a:spcPts val="1300"/>
              </a:spcAft>
              <a:defRPr sz="2100"/>
            </a:pPr>
            <a:r>
              <a:t>AI: Python + Scikit-learn / XGBoost</a:t>
            </a:r>
          </a:p>
          <a:p>
            <a:pPr>
              <a:spcAft>
                <a:spcPts val="1300"/>
              </a:spcAft>
              <a:defRPr sz="2100"/>
            </a:pPr>
            <a:r>
              <a:t>Maps: OpenStreetMap + routing</a:t>
            </a:r>
          </a:p>
          <a:p>
            <a:pPr>
              <a:spcAft>
                <a:spcPts val="1300"/>
              </a:spcAft>
              <a:defRPr sz="2100"/>
            </a:pPr>
            <a:r>
              <a:t>APIs: Weather and agricultural/market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7-Member Team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Member 1: Team Lead + Problem + Presentation</a:t>
            </a:r>
          </a:p>
          <a:p>
            <a:pPr>
              <a:spcAft>
                <a:spcPts val="1300"/>
              </a:spcAft>
              <a:defRPr sz="2100"/>
            </a:pPr>
            <a:r>
              <a:t>Member 2: AI — Surplus Prediction</a:t>
            </a:r>
          </a:p>
          <a:p>
            <a:pPr>
              <a:spcAft>
                <a:spcPts val="1300"/>
              </a:spcAft>
              <a:defRPr sz="2100"/>
            </a:pPr>
            <a:r>
              <a:t>Member 3: AI — Demand + Spoilage Prediction</a:t>
            </a:r>
          </a:p>
          <a:p>
            <a:pPr>
              <a:spcAft>
                <a:spcPts val="1300"/>
              </a:spcAft>
              <a:defRPr sz="2100"/>
            </a:pPr>
            <a:r>
              <a:t>Member 4: Matching + Route Optimization</a:t>
            </a:r>
          </a:p>
          <a:p>
            <a:pPr>
              <a:spcAft>
                <a:spcPts val="1300"/>
              </a:spcAft>
              <a:defRPr sz="2100"/>
            </a:pPr>
            <a:r>
              <a:t>Member 5: Backend + Database + APIs</a:t>
            </a:r>
          </a:p>
          <a:p>
            <a:pPr>
              <a:spcAft>
                <a:spcPts val="1300"/>
              </a:spcAft>
              <a:defRPr sz="2100"/>
            </a:pPr>
            <a:r>
              <a:t>Member 6: Frontend / Farmer + Buyer App</a:t>
            </a:r>
          </a:p>
          <a:p>
            <a:pPr>
              <a:spcAft>
                <a:spcPts val="1300"/>
              </a:spcAft>
              <a:defRPr sz="2100"/>
            </a:pPr>
            <a:r>
              <a:t>Member 7: Government Dashboard + UI/UX +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13. Our Hackathon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We create a realistic tomato-farming scenario.</a:t>
            </a:r>
          </a:p>
          <a:p>
            <a:pPr>
              <a:spcAft>
                <a:spcPts val="1300"/>
              </a:spcAft>
              <a:defRPr sz="2100"/>
            </a:pPr>
            <a:r>
              <a:t>System predicts 40 tonnes of surplus.</a:t>
            </a:r>
          </a:p>
          <a:p>
            <a:pPr>
              <a:spcAft>
                <a:spcPts val="1300"/>
              </a:spcAft>
              <a:defRPr sz="2100"/>
            </a:pPr>
            <a:r>
              <a:t>AI identifies the most urgent produce.</a:t>
            </a:r>
          </a:p>
          <a:p>
            <a:pPr>
              <a:spcAft>
                <a:spcPts val="1300"/>
              </a:spcAft>
              <a:defRPr sz="2100"/>
            </a:pPr>
            <a:r>
              <a:t>System finds buyers and processors.</a:t>
            </a:r>
          </a:p>
          <a:p>
            <a:pPr>
              <a:spcAft>
                <a:spcPts val="1300"/>
              </a:spcAft>
              <a:defRPr sz="2100"/>
            </a:pPr>
            <a:r>
              <a:t>System creates a practical distribution plan.</a:t>
            </a:r>
          </a:p>
          <a:p>
            <a:pPr>
              <a:spcAft>
                <a:spcPts val="1300"/>
              </a:spcAft>
              <a:defRPr sz="2100"/>
            </a:pPr>
            <a:r>
              <a:t>Final screen shows food rescued, farmers helped and waste avoided.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14. What We Want to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Reduce agricultural food waste.</a:t>
            </a:r>
          </a:p>
          <a:p>
            <a:pPr>
              <a:spcAft>
                <a:spcPts val="1300"/>
              </a:spcAft>
              <a:defRPr sz="2100"/>
            </a:pPr>
            <a:r>
              <a:t>Help farmers find better opportunities for surplus produce.</a:t>
            </a:r>
          </a:p>
          <a:p>
            <a:pPr>
              <a:spcAft>
                <a:spcPts val="1300"/>
              </a:spcAft>
              <a:defRPr sz="2100"/>
            </a:pPr>
            <a:r>
              <a:t>Connect rural supply with real demand.</a:t>
            </a:r>
          </a:p>
          <a:p>
            <a:pPr>
              <a:spcAft>
                <a:spcPts val="1300"/>
              </a:spcAft>
              <a:defRPr sz="2100"/>
            </a:pPr>
            <a:r>
              <a:t>Reduce unnecessary transport.</a:t>
            </a:r>
          </a:p>
          <a:p>
            <a:pPr>
              <a:spcAft>
                <a:spcPts val="1300"/>
              </a:spcAft>
              <a:defRPr sz="2100"/>
            </a:pPr>
            <a:r>
              <a:t>Give government officers useful early-warning information.</a:t>
            </a:r>
          </a:p>
          <a:p>
            <a:pPr>
              <a:spcAft>
                <a:spcPts val="1300"/>
              </a:spcAft>
              <a:defRPr sz="2100"/>
            </a:pPr>
            <a:r>
              <a:t>Build a solution that can scale from one village to a district.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15. Our Core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We don't wait for food waste to happen.</a:t>
            </a:r>
          </a:p>
          <a:p>
            <a:pPr>
              <a:spcAft>
                <a:spcPts val="1300"/>
              </a:spcAft>
              <a:defRPr sz="2100"/>
            </a:pPr>
            <a:r>
              <a:t>We predict the surplus.</a:t>
            </a:r>
          </a:p>
          <a:p>
            <a:pPr>
              <a:spcAft>
                <a:spcPts val="1300"/>
              </a:spcAft>
              <a:defRPr sz="2100"/>
            </a:pPr>
            <a:r>
              <a:t>We find the demand.</a:t>
            </a:r>
          </a:p>
          <a:p>
            <a:pPr>
              <a:spcAft>
                <a:spcPts val="1300"/>
              </a:spcAft>
              <a:defRPr sz="2100"/>
            </a:pPr>
            <a:r>
              <a:t>We connect them at the right time.</a:t>
            </a:r>
          </a:p>
          <a:p>
            <a:pPr>
              <a:spcAft>
                <a:spcPts val="1300"/>
              </a:spcAft>
              <a:defRPr sz="2100"/>
            </a:pPr>
            <a:r>
              <a:t>FARM-TO-FOOD RESCUE</a:t>
            </a:r>
          </a:p>
          <a:p>
            <a:pPr>
              <a:spcAft>
                <a:spcPts val="1300"/>
              </a:spcAft>
              <a:defRPr sz="2100"/>
            </a:pPr>
            <a:r>
              <a:t>Predict → Match → Rescue → Measure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